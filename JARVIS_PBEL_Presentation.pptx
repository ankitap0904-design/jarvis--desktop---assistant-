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Desktop Voice Assistant - JARVIS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By: Ankita Patel</a:t>
            </a:r>
            <a:br/>
            <a:r>
              <a:t>PBEL 2.0 Main Project</a:t>
            </a:r>
            <a:br/>
            <a:r>
              <a:t>Technology: Python | AI | Speech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JARVIS is an AI-based desktop assistant that performs tasks using voice commands and automates system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systems require manual typing and multiple steps.</a:t>
            </a:r>
            <a:br/>
            <a:r>
              <a:t>Solution: Voice-based intelligent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voice assistant</a:t>
            </a:r>
            <a:br/>
            <a:r>
              <a:t>Automate desktop tasks</a:t>
            </a:r>
            <a:br/>
            <a:r>
              <a:t>Improve interaction</a:t>
            </a:r>
            <a:br/>
            <a:r>
              <a:t>Save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  <a:br/>
            <a:r>
              <a:t>SpeechRecognition</a:t>
            </a:r>
            <a:br/>
            <a:r>
              <a:t>pyttsx3</a:t>
            </a:r>
            <a:br/>
            <a:r>
              <a:t>Webbrowser</a:t>
            </a:r>
            <a:br/>
            <a:r>
              <a:t>Wikipedia</a:t>
            </a:r>
            <a:br/>
            <a:r>
              <a:t>PyWhatKit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pip install pyttsx3</a:t>
            </a:r>
            <a:br/>
            <a:r>
              <a:rPr sz="1600">
                <a:latin typeface="Consolas"/>
              </a:rPr>
              <a:t>pip install SpeechRecognition</a:t>
            </a:r>
            <a:br/>
            <a:r>
              <a:rPr sz="1600">
                <a:latin typeface="Consolas"/>
              </a:rPr>
              <a:t>pip install wikipedia</a:t>
            </a:r>
            <a:br/>
            <a:r>
              <a:rPr sz="1600">
                <a:latin typeface="Consolas"/>
              </a:rPr>
              <a:t>pip install pywhatkit</a:t>
            </a:r>
            <a:br/>
            <a:r>
              <a:rPr sz="1600">
                <a:latin typeface="Consolas"/>
              </a:rPr>
              <a:t>pip install pyaudio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import pyttsx3</a:t>
            </a:r>
            <a:br/>
            <a:r>
              <a:rPr sz="1600">
                <a:latin typeface="Consolas"/>
              </a:rPr>
              <a:t>import speech_recognition as sr</a:t>
            </a:r>
            <a:br/>
            <a:r>
              <a:rPr sz="1600">
                <a:latin typeface="Consolas"/>
              </a:rPr>
              <a:t>import datetime</a:t>
            </a:r>
            <a:br/>
            <a:r>
              <a:rPr sz="1600">
                <a:latin typeface="Consolas"/>
              </a:rPr>
              <a:t>import wikipedia</a:t>
            </a:r>
            <a:br/>
            <a:r>
              <a:rPr sz="1600">
                <a:latin typeface="Consolas"/>
              </a:rPr>
              <a:t>import webbrowser</a:t>
            </a:r>
            <a:br/>
            <a:r>
              <a:rPr sz="1600">
                <a:latin typeface="Consolas"/>
              </a:rPr>
              <a:t>import pywhatkit</a:t>
            </a:r>
            <a:br/>
            <a:r>
              <a:rPr sz="1600">
                <a:latin typeface="Consolas"/>
              </a:rPr>
              <a:t>import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to Speech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engine = pyttsx3.init()</a:t>
            </a:r>
            <a:br/>
            <a:r>
              <a:rPr sz="1600">
                <a:latin typeface="Consolas"/>
              </a:rPr>
              <a:t>engine.setProperty('rate',170)</a:t>
            </a:r>
            <a:br/>
            <a:br/>
            <a:r>
              <a:rPr sz="1600">
                <a:latin typeface="Consolas"/>
              </a:rPr>
              <a:t>def speak(audio):</a:t>
            </a:r>
            <a:br/>
            <a:r>
              <a:rPr sz="1600">
                <a:latin typeface="Consolas"/>
              </a:rPr>
              <a:t>    engine.say(audio)</a:t>
            </a:r>
            <a:br/>
            <a:r>
              <a:rPr sz="1600">
                <a:latin typeface="Consolas"/>
              </a:rPr>
              <a:t>    engine.runAndWait()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Input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def take_command():</a:t>
            </a:r>
            <a:br/>
            <a:r>
              <a:rPr sz="1600">
                <a:latin typeface="Consolas"/>
              </a:rPr>
              <a:t>    r = sr.Recognizer()</a:t>
            </a:r>
            <a:br/>
            <a:r>
              <a:rPr sz="1600">
                <a:latin typeface="Consolas"/>
              </a:rPr>
              <a:t>    with sr.Microphone() as source:</a:t>
            </a:r>
            <a:br/>
            <a:r>
              <a:rPr sz="1600">
                <a:latin typeface="Consolas"/>
              </a:rPr>
              <a:t>        audio = r.listen(source)</a:t>
            </a:r>
            <a:br/>
            <a:r>
              <a:rPr sz="1600">
                <a:latin typeface="Consolas"/>
              </a:rPr>
              <a:t>    command = r.recognize_google(audio)</a:t>
            </a:r>
            <a:br/>
            <a:r>
              <a:rPr sz="1600">
                <a:latin typeface="Consolas"/>
              </a:rPr>
              <a:t>    return command.lower()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def wish():</a:t>
            </a:r>
            <a:br/>
            <a:r>
              <a:rPr sz="1600">
                <a:latin typeface="Consolas"/>
              </a:rPr>
              <a:t>    hour = datetime.datetime.now().hour</a:t>
            </a:r>
            <a:br/>
            <a:r>
              <a:rPr sz="1600">
                <a:latin typeface="Consolas"/>
              </a:rPr>
              <a:t>    if hour &lt; 12:</a:t>
            </a:r>
            <a:br/>
            <a:r>
              <a:rPr sz="1600">
                <a:latin typeface="Consolas"/>
              </a:rPr>
              <a:t>        speak('Good Morning')</a:t>
            </a:r>
            <a:br/>
            <a:r>
              <a:rPr sz="1600">
                <a:latin typeface="Consolas"/>
              </a:rPr>
              <a:t>    elif hour &lt; 18:</a:t>
            </a:r>
            <a:br/>
            <a:r>
              <a:rPr sz="1600">
                <a:latin typeface="Consolas"/>
              </a:rPr>
              <a:t>        speak('Good Afternoon')</a:t>
            </a:r>
            <a:br/>
            <a:r>
              <a:rPr sz="1600">
                <a:latin typeface="Consolas"/>
              </a:rPr>
              <a:t>    else:</a:t>
            </a:r>
            <a:br/>
            <a:r>
              <a:rPr sz="1600">
                <a:latin typeface="Consolas"/>
              </a:rPr>
              <a:t>        speak('Good Evening')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if 'open google' in command:</a:t>
            </a:r>
            <a:br/>
            <a:r>
              <a:rPr sz="1600">
                <a:latin typeface="Consolas"/>
              </a:rPr>
              <a:t>    webbrowser.open('https://google.com')</a:t>
            </a:r>
            <a:br/>
            <a:r>
              <a:rPr sz="1600">
                <a:latin typeface="Consolas"/>
              </a:rPr>
              <a:t>elif 'open youtube' in command:</a:t>
            </a:r>
            <a:br/>
            <a:r>
              <a:rPr sz="1600">
                <a:latin typeface="Consolas"/>
              </a:rPr>
              <a:t>    webbrowser.open('https://youtube.com')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elif 'time' in command:</a:t>
            </a:r>
            <a:br/>
            <a:r>
              <a:rPr sz="1600">
                <a:latin typeface="Consolas"/>
              </a:rPr>
              <a:t>    time = datetime.datetime.now().strftime('%I:%M %p')</a:t>
            </a:r>
            <a:br/>
            <a:r>
              <a:rPr sz="1600">
                <a:latin typeface="Consolas"/>
              </a:rPr>
              <a:t>    speak(time)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Wikipedia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onsolas"/>
              </a:rPr>
              <a:t>elif 'wikipedia' in command:</a:t>
            </a:r>
            <a:br/>
            <a:r>
              <a:rPr sz="1600">
                <a:latin typeface="Consolas"/>
              </a:rPr>
              <a:t>    result = wikipedia.summary(command, sentences=2)</a:t>
            </a:r>
            <a:br/>
            <a:r>
              <a:rPr sz="1600">
                <a:latin typeface="Consolas"/>
              </a:rPr>
              <a:t>    speak(result)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Hands-free operation</a:t>
            </a:r>
            <a:br/>
            <a:r>
              <a:t>Fast automation</a:t>
            </a:r>
            <a:br/>
            <a:r>
              <a:t>User friendly</a:t>
            </a:r>
            <a:br/>
            <a:r>
              <a:t>AI-based interaction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JARVIS shows how AI enables smart human-computer interaction using voice automation.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By: Ankita Patel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